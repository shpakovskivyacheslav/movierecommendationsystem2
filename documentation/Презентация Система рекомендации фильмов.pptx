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4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BBF1300-CBAF-A624-E491-E6BEFBD9C12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F8074A-E73A-D805-70DB-1DD3DF3A19F8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0AB81D-0B22-4A8B-ABF1-836DC805CFF7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F760D6-A50E-29BA-9635-DB638CD6B6E1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E7AC9F1-E764-42F6-A450-E3EBDDD133B7}" type="slidenum">
              <a:t>‹#›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63883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7ADB37-2E44-EB4E-3193-4F33F5098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5999" y="812517"/>
            <a:ext cx="7127281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A12043-E173-2F6F-C90D-3BF2CB41D94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ru-RU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C35E59E7-0B5B-1A9B-246D-50770FEBE6F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64C399-908F-DD30-5FEE-C47E26C1FC9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E8EDA5-069E-10C9-7F1F-8EF344600F1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0D02AE-CA30-8B44-888E-06B29803F8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EEDCB711-E661-430F-90C1-DC283277836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79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ru-RU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9BAD2E5D-9EC1-717D-05A2-19DE866E6559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0F5E80B-3F35-4C06-BD99-FEE8DA7C78CD}" type="slidenum">
              <a:t>1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D3B9C823-52EA-7AF0-0BD9-F1F2C333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D2464D56-0990-E013-EF3B-AF2ABD5CA31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8AE9D26D-8CC1-506E-1F6F-6B540637BF0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D1883D3-2632-4C18-80E2-D48102A532F3}" type="slidenum">
              <a:t>2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400D0233-CAE5-8357-0091-CE3934178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3692FA98-F760-4829-5391-38E8F21F46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89DADBFF-9651-D7CE-196E-93F6478BD2B1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3D5ACD-EF65-4664-9163-B6CFA9A187EE}" type="slidenum">
              <a:t>3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D348D13F-D4E3-A7A6-ACD5-ADAA0C404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A517065D-EA3E-7377-F500-EC18C170F8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FBFFB0A6-4460-063A-4CFD-C0DA60575ED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4F6FC4E-487A-476D-A110-B681344E36BB}" type="slidenum">
              <a:t>4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4AE4C5D0-0E81-6EA5-4ED9-599457AA1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4E6E0E9A-E889-BAE5-0149-3CB2BE0ABE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059310A5-6E6A-512C-F816-A423AE603446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4CBEBB-952B-41E7-9425-8CFCC5E6A331}" type="slidenum">
              <a:t>5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A0458AFB-32E5-A051-F03C-30A0CE358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BFD20113-1306-BADB-13F1-6D7D943517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58E17C6B-4AB0-EEA1-4C82-CFCDC83FE8BA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F3AF447-0548-440A-AFE0-F28D52BE8798}" type="slidenum">
              <a:t>6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41519512-5130-62F1-D555-C0A2D79C6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59D47B22-E8C3-FFC1-9116-6532C2584D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A5D93FC1-4070-54BD-CEFA-3BD9590C2DCC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28F55BB-C44D-47DB-8879-E1A6D4B4FF10}" type="slidenum">
              <a:t>7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0C0586AC-8999-B1A2-6C00-35535029C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51BFFF90-BD04-65ED-897E-39304D6AE2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81C5E-7635-6EA9-CCED-D187E8E6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8DAC9479-A024-9F43-D278-BFAD0754B402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28F55BB-C44D-47DB-8879-E1A6D4B4FF10}" type="slidenum">
              <a:t>8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8A34C274-3AD5-6844-37BF-1B221A59D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4F95B715-EECB-1EF4-4E1E-3C6E432322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815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21BE3F18-FC61-AA60-4DC5-0C33A4FEA2E8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634D64-3AAA-4552-86A9-E058F6A1697C}" type="slidenum">
              <a:t>9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9EB4AFE0-4A06-8DD4-FDE6-18FB9D67A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FA56ECC7-D0BA-7D75-E484-DB1DBC3186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>
            <a:extLst>
              <a:ext uri="{FF2B5EF4-FFF2-40B4-BE49-F238E27FC236}">
                <a16:creationId xmlns:a16="http://schemas.microsoft.com/office/drawing/2014/main" id="{837364DE-70DE-7078-5183-BE6700981A1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083C9A-63C6-46C2-9CF2-B2D1B3F90E6B}" type="slidenum">
              <a:t>10</a:t>
            </a:fld>
            <a:endParaRPr lang="ru-RU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Образ слайда 1">
            <a:extLst>
              <a:ext uri="{FF2B5EF4-FFF2-40B4-BE49-F238E27FC236}">
                <a16:creationId xmlns:a16="http://schemas.microsoft.com/office/drawing/2014/main" id="{7AFC53AE-2CB8-6B1F-86C3-C983EFA0A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>
            <a:extLst>
              <a:ext uri="{FF2B5EF4-FFF2-40B4-BE49-F238E27FC236}">
                <a16:creationId xmlns:a16="http://schemas.microsoft.com/office/drawing/2014/main" id="{CDD8EF95-3A9A-986A-6FD1-B9E08DC6158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806A4-2C86-D670-E36D-1709CD8F552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6CC66B-7853-4A56-18BD-B07975E344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A3FFD7-CDCD-3E08-B68A-FD0D03E49FD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070645-797B-7C2F-2A78-2DD8266E6A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2919B-E354-6D1B-6499-613AFF580F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72EDE4-FA48-4C20-8ED4-4119EF67BFC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07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440F0-42E7-F21D-B8B2-19CDF711075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1D1C2A-41AF-DAEE-B2E3-D7910167E74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9CCEA6-EB1C-9FE8-58EC-A4C486AC913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52B4D-F4CC-9C6A-2DAA-7237B7CE90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309550-3DEE-C86A-6F17-CDD1126752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C337A-38D0-407C-B537-40728082ED5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60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34ACB-33E4-0CEB-5EA0-315FF1C64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D2E3F2-926A-26E5-8AC0-B58D9C30A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281BC4-CB4B-7672-A4BA-AB4C70FD461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B8AF9E-1082-2305-A7C8-E53CE5DB7B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D98AD4-47F8-4C96-8D62-9088A08DFE3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8E1BFE-EAFD-4F29-8DCD-467F2F797B2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51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6DEAE-D26A-A765-F2D4-E2E8B8136E8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3F4837-C1A8-DDDB-CE6C-4AC1612376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327151"/>
            <a:ext cx="4459291" cy="32877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15BB09-4F2E-FEEE-62B1-B90C8F5A133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327151"/>
            <a:ext cx="4460872" cy="32877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35A26A-19A0-A352-5D37-B2EB185205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CF4B97-F14B-81AB-B6E9-BB71C257C82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0D910D-F11E-1F95-7A0C-78CEE5D60B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33A96F-8110-426A-934B-13E5DE8FEDC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68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10E14-19B3-98AD-008C-C4ECA3FB5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EAEFA4-B87E-9431-D3F3-25CE3B467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61F0A2-A9CB-DBEF-3831-92431903D99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82DB87-27F1-001F-60AB-A1AD45EBC24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F2D916-A556-EBB8-0E16-36402717A41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03A5AB-8825-7CD8-43F1-676015EC65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7179A7-E7D8-EDA5-C2DA-B73D8F0C47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569DD0-3D56-BBAA-3E3A-E9E4D83A2B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A166D7-0BDD-402C-8CF0-7AECE87164F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65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90618-7693-A606-670A-42B26BD4E36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E6995A-E4F3-CC22-0421-312DC6806E9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B6AD75-7C93-A77E-BFC0-293616445B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D94BC7-0BFE-4084-5E75-96C93AADF8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5F222D-53DC-4BED-B857-19FF8677B5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72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8219F4-7396-6662-F222-28E4651D45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70A2E4-A6B5-8476-0FAB-CB4D95BA01F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EB880F-FD26-1EB3-C758-05E2B976D9A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973B07-1BCC-42D7-A2DC-950765D6013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9428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1559A-A009-151F-AC54-04E5A9EEA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74F53-C04A-CF46-948D-E277088FB3A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773D6F-5B31-04E9-58B8-14867132832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DCA4C4-BB16-9844-3AAB-94692CFE3F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63D025-A5DB-BE0D-31DE-AC46231D9E1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857C81-DCC8-DC85-F8B3-988CE5C4E1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FBA166-B02E-4E2D-9E47-EA137889BC2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32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BC501-EFCD-2F57-959B-796247C8B6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35A5705-0D4E-6002-9ABD-A887ED1A441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FBA5A8-9D8A-1237-1815-E72186360F8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AC95B5-CE17-8659-7597-DB00603246B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E76A68-330D-E440-5510-615116E2D0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D68597-2501-2A2C-06D4-6D0EC189FC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4A5063-5B9C-48E8-9F1E-D0F623EAECA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49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C4441-14E9-AE3F-1314-890415C93DC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9568F8-9D76-4CF5-3DDA-571C4E14814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CE1BDF-A760-6577-CC55-C871ED3459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C73BA5-1060-84FB-E365-8B53440424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9965A-1723-F5E5-382B-BB84A36BAE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BF56B5-8A08-4E97-ABD5-5126B0C8DA4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27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B7CC1F-BD56-FAF8-D04C-839310E8126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225427"/>
            <a:ext cx="2266953" cy="4389440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4AE09D-2DDF-5DD1-3564-14AB041D849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25427"/>
            <a:ext cx="6653210" cy="43894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13BC85-805B-24EE-0A79-D270893534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EF8E80-6152-270F-EA3F-CC7350CF7D7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EB432A-EAF6-D937-53A4-CCC8AA22C00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4F28BC-924E-4538-B499-59A15CA3265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11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9576C-6FCF-1479-8B88-84474A8D55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226076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286DC3-312F-47D6-F218-B75D0A13F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326602"/>
            <a:ext cx="9071643" cy="328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D4DFBE-155C-C565-A17F-B4299B977C7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8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3E4897-504D-041C-FCB9-6203D6C7A87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1" y="5165281"/>
            <a:ext cx="3194995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F0352-83CA-0961-E149-100E8A82C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2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22B0733E-E117-41AA-9530-217F38A0CB04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Microsoft YaHei" pitchFamily="2"/>
          <a:cs typeface="Ari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ru-RU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Microsoft YaHei" pitchFamily="2"/>
          <a:cs typeface="Ari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E853B-ACDB-759C-02D1-0EB8B1B18C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74157"/>
            <a:ext cx="9071643" cy="1250277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2A755A-CA10-BDED-7D45-CDFC829AF51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899998" y="-15837"/>
            <a:ext cx="15839995" cy="57416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D11CE5-0641-9DC9-446E-D4450C885A9C}"/>
              </a:ext>
            </a:extLst>
          </p:cNvPr>
          <p:cNvSpPr txBox="1"/>
          <p:nvPr/>
        </p:nvSpPr>
        <p:spPr>
          <a:xfrm>
            <a:off x="3037115" y="2069804"/>
            <a:ext cx="7198632" cy="5627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i="0" u="none" strike="noStrike" kern="0" cap="none" spc="0" baseline="0">
                <a:solidFill>
                  <a:srgbClr val="2F8AEC"/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</a:defRPr>
            </a:pPr>
            <a:r>
              <a:rPr lang="ru-RU" sz="3200" b="1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Microsoft YaHei" pitchFamily="2"/>
                <a:cs typeface="Arial" pitchFamily="2"/>
              </a:rPr>
              <a:t>Система рекомендации фильмов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AE795-88C6-E94F-1BEA-3D02049790D9}"/>
              </a:ext>
            </a:extLst>
          </p:cNvPr>
          <p:cNvSpPr txBox="1"/>
          <p:nvPr/>
        </p:nvSpPr>
        <p:spPr>
          <a:xfrm>
            <a:off x="5110846" y="4140000"/>
            <a:ext cx="4789160" cy="11527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uFillTx/>
                <a:latin typeface="Liberation Sans" pitchFamily="18"/>
                <a:ea typeface="Microsoft YaHei" pitchFamily="2"/>
                <a:cs typeface="Arial" pitchFamily="2"/>
              </a:rPr>
              <a:t>Авторы:</a:t>
            </a:r>
            <a:endParaRPr lang="en-US" sz="1800" b="0" i="0" u="none" strike="noStrike" kern="1200" cap="none" spc="0" baseline="0" dirty="0">
              <a:solidFill>
                <a:schemeClr val="accent1">
                  <a:lumMod val="75000"/>
                </a:schemeClr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uFillTx/>
                <a:latin typeface="Liberation Sans" pitchFamily="18"/>
                <a:ea typeface="Microsoft YaHei" pitchFamily="2"/>
                <a:cs typeface="Arial" pitchFamily="2"/>
              </a:rPr>
              <a:t>Шпаковский Вячеслав</a:t>
            </a:r>
          </a:p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uFillTx/>
                <a:latin typeface="Liberation Sans" pitchFamily="18"/>
                <a:ea typeface="Microsoft YaHei" pitchFamily="2"/>
                <a:cs typeface="Arial" pitchFamily="2"/>
              </a:rPr>
              <a:t>	Маслов Максим</a:t>
            </a:r>
          </a:p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uFillTx/>
                <a:latin typeface="Liberation Sans" pitchFamily="18"/>
                <a:ea typeface="Microsoft YaHei" pitchFamily="2"/>
                <a:cs typeface="Arial" pitchFamily="2"/>
              </a:rPr>
              <a:t>Мажоров Арсений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804D8-71B1-9587-DB09-7A04E65D6A08}"/>
              </a:ext>
            </a:extLst>
          </p:cNvPr>
          <p:cNvSpPr txBox="1"/>
          <p:nvPr/>
        </p:nvSpPr>
        <p:spPr>
          <a:xfrm>
            <a:off x="70855" y="5165192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7637A-12D2-8EC9-9432-D234CD634B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74157"/>
            <a:ext cx="9071643" cy="1250277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CAB7B5-5F65-459D-7026-E32C0097A6B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795212">
            <a:off x="-4511933" y="-125187"/>
            <a:ext cx="16334640" cy="592092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FBD1EC-15FA-8B2D-EAB8-05455CE6E0CB}"/>
              </a:ext>
            </a:extLst>
          </p:cNvPr>
          <p:cNvSpPr txBox="1"/>
          <p:nvPr/>
        </p:nvSpPr>
        <p:spPr>
          <a:xfrm>
            <a:off x="1623088" y="175485"/>
            <a:ext cx="5399998" cy="4447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i="0" u="none" strike="noStrike" kern="0" cap="none" spc="0" baseline="0">
                <a:solidFill>
                  <a:srgbClr val="2F8AEC"/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</a:defRPr>
            </a:pPr>
            <a:r>
              <a:rPr lang="ru-RU" sz="2400" b="1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Microsoft YaHei" pitchFamily="2"/>
                <a:cs typeface="Arial" pitchFamily="2"/>
              </a:rPr>
              <a:t>Цель и задачи проекта: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DDBA0-F975-6A5C-87FB-4D41F470E052}"/>
              </a:ext>
            </a:extLst>
          </p:cNvPr>
          <p:cNvSpPr txBox="1"/>
          <p:nvPr/>
        </p:nvSpPr>
        <p:spPr>
          <a:xfrm>
            <a:off x="503998" y="793682"/>
            <a:ext cx="7956002" cy="8331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2400" b="1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uFillTx/>
                <a:latin typeface="Liberation Sans" pitchFamily="18"/>
                <a:ea typeface="Microsoft YaHei" pitchFamily="2"/>
                <a:cs typeface="Arial" pitchFamily="2"/>
              </a:rPr>
              <a:t>Цель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: </a:t>
            </a: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Разработать веб-приложение для поиска и рекомендации фильмов с персонализированными предложениями на основе предпочтений пользователя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.</a:t>
            </a: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Ход работы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Начать делать сайт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интерфейс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регистрацию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Сделать базу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Выбрать модель МО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Реализовать поиск фильмов и сохранение фильмов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Добавить рекомендации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Сделать фильтры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Улучшить систему входа и регистрации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Добавить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“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карточки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”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фильмов</a:t>
            </a: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endParaRPr lang="ru-RU" sz="160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endParaRPr lang="ru-RU" sz="160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100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endParaRPr lang="ru-RU" sz="160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2583B0E-D0AE-5159-9532-8BD9B1B9CCE0}"/>
              </a:ext>
            </a:extLst>
          </p:cNvPr>
          <p:cNvSpPr txBox="1"/>
          <p:nvPr/>
        </p:nvSpPr>
        <p:spPr>
          <a:xfrm>
            <a:off x="90199" y="5208818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62259-28DB-058D-DBD6-49E4BC027B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74157"/>
            <a:ext cx="9071643" cy="1250277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3BEFBD-C2B0-8694-D4A3-CDAC294AE3D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795212">
            <a:off x="-5370966" y="-261747"/>
            <a:ext cx="16334640" cy="592092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FCB0C7-6E48-3C73-54C1-F5EB668F8D05}"/>
              </a:ext>
            </a:extLst>
          </p:cNvPr>
          <p:cNvSpPr txBox="1"/>
          <p:nvPr/>
        </p:nvSpPr>
        <p:spPr>
          <a:xfrm>
            <a:off x="1924585" y="291945"/>
            <a:ext cx="5399998" cy="5627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i="0" u="none" strike="noStrike" kern="0" cap="none" spc="0" baseline="0">
                <a:solidFill>
                  <a:srgbClr val="2F8AEC"/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</a:defRPr>
            </a:pPr>
            <a:r>
              <a:rPr lang="ru-RU" sz="3200" b="1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Microsoft YaHei" pitchFamily="2"/>
                <a:cs typeface="Arial" pitchFamily="2"/>
              </a:rPr>
              <a:t>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36F2F-E48D-AD3E-EF21-C9BFA51D6724}"/>
              </a:ext>
            </a:extLst>
          </p:cNvPr>
          <p:cNvSpPr txBox="1"/>
          <p:nvPr/>
        </p:nvSpPr>
        <p:spPr>
          <a:xfrm>
            <a:off x="365823" y="1301761"/>
            <a:ext cx="9209315" cy="39841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 условиях огромного выбора фильмов пользователи сталкиваются с трудностями поиска — сложно найти то, что действительно хочется посмотреть.</a:t>
            </a: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Наш проект решает эту проблему двумя способами:</a:t>
            </a: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Рекомендации — система предлагает похожие фильмы на основе ваших лайков</a:t>
            </a: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Поиск — можно найти фильм по названию, жанру или году выпуска</a:t>
            </a: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Результат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: пользователь экономит время и быстрее находит интересный фильм.</a:t>
            </a:r>
            <a:endParaRPr lang="ru-RU" sz="1900" i="0" u="none" strike="noStrike" kern="1200" cap="none" spc="0" baseline="0" dirty="0">
              <a:solidFill>
                <a:srgbClr val="2F8AEC"/>
              </a:solidFill>
              <a:effectLst>
                <a:outerShdw dist="17962" dir="2700000">
                  <a:srgbClr val="000000"/>
                </a:outerShdw>
              </a:effectLst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A1387-684C-1167-E3FE-7734B96997ED}"/>
              </a:ext>
            </a:extLst>
          </p:cNvPr>
          <p:cNvSpPr txBox="1"/>
          <p:nvPr/>
        </p:nvSpPr>
        <p:spPr>
          <a:xfrm>
            <a:off x="64136" y="5159225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D7C9F1-72CC-EE15-34EF-C63EF32B71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816801">
            <a:off x="-2112490" y="-498515"/>
            <a:ext cx="17068684" cy="618587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0B0B8D-2036-9480-1013-FB4E27724E5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6199385">
            <a:off x="-2699830" y="-89392"/>
            <a:ext cx="8454240" cy="306396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5AC782-BCDA-65FA-7FC0-03E9D8681054}"/>
              </a:ext>
            </a:extLst>
          </p:cNvPr>
          <p:cNvSpPr txBox="1"/>
          <p:nvPr/>
        </p:nvSpPr>
        <p:spPr>
          <a:xfrm>
            <a:off x="2201520" y="69054"/>
            <a:ext cx="5399998" cy="4447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i="0" u="none" strike="noStrike" kern="0" cap="none" spc="0" baseline="0">
                <a:solidFill>
                  <a:srgbClr val="2F8AEC"/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</a:defRPr>
            </a:pPr>
            <a:r>
              <a:rPr lang="ru-RU" sz="2400" b="1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Microsoft YaHei" pitchFamily="2"/>
                <a:cs typeface="Arial" pitchFamily="2"/>
              </a:rPr>
              <a:t>Использованные технологии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1AC49-C21E-D65D-82C2-77376B15C1F5}"/>
              </a:ext>
            </a:extLst>
          </p:cNvPr>
          <p:cNvSpPr txBox="1"/>
          <p:nvPr/>
        </p:nvSpPr>
        <p:spPr>
          <a:xfrm>
            <a:off x="2610179" y="836576"/>
            <a:ext cx="5798832" cy="21170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lvl="0" hangingPunct="0">
              <a:spcBef>
                <a:spcPts val="1190"/>
              </a:spcBef>
              <a:spcAft>
                <a:spcPts val="990"/>
              </a:spcAft>
              <a:buSzPct val="45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Backend: Python, Flask</a:t>
            </a: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45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База данных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: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	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SQLite,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SQLAlchemy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latin typeface="Liberation Sans" pitchFamily="18"/>
              <a:ea typeface="Microsoft YaHei" pitchFamily="2"/>
              <a:cs typeface="Arial" pitchFamily="2"/>
            </a:endParaRP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45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Frontend: HTML, CSS, JavaScript </a:t>
            </a:r>
          </a:p>
          <a:p>
            <a:pPr lvl="0" hangingPunct="0">
              <a:spcBef>
                <a:spcPts val="1190"/>
              </a:spcBef>
              <a:spcAft>
                <a:spcPts val="990"/>
              </a:spcAft>
              <a:buSzPct val="45000"/>
              <a:defRPr sz="1000" b="0" i="0" u="none" strike="noStrike" kern="0" cap="none" spc="0" baseline="0">
                <a:solidFill>
                  <a:srgbClr val="2F8AEC"/>
                </a:solidFill>
                <a:uFillTx/>
              </a:defRPr>
            </a:pP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Рекомендации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: Surprise,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itchFamily="18"/>
                <a:ea typeface="Microsoft YaHei" pitchFamily="2"/>
                <a:cs typeface="Arial" pitchFamily="2"/>
              </a:rPr>
              <a:t>NumPy, scikit-learn </a:t>
            </a:r>
            <a:endParaRPr lang="ru-RU" sz="2000" b="1" i="0" u="none" strike="noStrike" kern="1200" cap="none" spc="0" baseline="0" dirty="0">
              <a:solidFill>
                <a:schemeClr val="accent1">
                  <a:lumMod val="75000"/>
                </a:schemeClr>
              </a:solidFill>
              <a:effectLst>
                <a:outerShdw dist="17962" dir="2700000">
                  <a:srgbClr val="000000"/>
                </a:outerShdw>
              </a:effectLst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917-A3BD-31BD-3995-DF231969BE51}"/>
              </a:ext>
            </a:extLst>
          </p:cNvPr>
          <p:cNvSpPr txBox="1"/>
          <p:nvPr/>
        </p:nvSpPr>
        <p:spPr>
          <a:xfrm>
            <a:off x="79846" y="5204565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4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EFD192F7-F341-0976-9CAC-EF81D95F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38" y="341573"/>
            <a:ext cx="1907760" cy="190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lask SVG and transparent PNG icons | TechIcons">
            <a:extLst>
              <a:ext uri="{FF2B5EF4-FFF2-40B4-BE49-F238E27FC236}">
                <a16:creationId xmlns:a16="http://schemas.microsoft.com/office/drawing/2014/main" id="{EAF8E10F-67AE-4962-0C6B-283012EBA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105" y="231215"/>
            <a:ext cx="2201520" cy="220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Руководство по SQLite: настраиваем и учимся работать">
            <a:extLst>
              <a:ext uri="{FF2B5EF4-FFF2-40B4-BE49-F238E27FC236}">
                <a16:creationId xmlns:a16="http://schemas.microsoft.com/office/drawing/2014/main" id="{A14FD2C9-AB1E-8CEE-36A0-396F30AFE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290" y="3363913"/>
            <a:ext cx="2225063" cy="105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DA08D4-CBF0-0EB6-73C5-1D134DFEE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304" y="3231824"/>
            <a:ext cx="1509304" cy="150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9E606F5-B3D4-F377-BB59-B31E3C8AA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497" y="3363913"/>
            <a:ext cx="1377215" cy="137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184FD5B-48BC-38C8-5A84-5D968CB353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2669" y="3331306"/>
            <a:ext cx="1371719" cy="14098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517D11-EAE1-6766-B4A8-60CA176F398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816801">
            <a:off x="-5384783" y="-498513"/>
            <a:ext cx="17068684" cy="618587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BBF3A9-3310-FB1D-E4C9-B320AC2195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6199385">
            <a:off x="-4642920" y="433123"/>
            <a:ext cx="8454240" cy="306396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B08A2D-E5DA-492B-B5D1-B2DE6E3673D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79999" y="179999"/>
            <a:ext cx="5618155" cy="267588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3DCD2E-3AAE-EB71-0A90-CD1C030B7F5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246555" y="2952359"/>
            <a:ext cx="5653442" cy="27176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FD78EEC-FAF2-3AD4-D789-3672495C8A85}"/>
              </a:ext>
            </a:extLst>
          </p:cNvPr>
          <p:cNvSpPr txBox="1"/>
          <p:nvPr/>
        </p:nvSpPr>
        <p:spPr>
          <a:xfrm>
            <a:off x="29155" y="5223276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55A6C8-AAC1-032E-7933-8FAFF434A35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r="42508"/>
          <a:stretch>
            <a:fillRect/>
          </a:stretch>
        </p:blipFill>
        <p:spPr>
          <a:xfrm rot="16204198">
            <a:off x="-779499" y="-464726"/>
            <a:ext cx="6914162" cy="534671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546B14-0BD4-ECF3-C0CF-A6157D0BF32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825190">
            <a:off x="2171627" y="-147211"/>
            <a:ext cx="8940957" cy="324035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1EF9ED-7326-E69F-616C-EB47C5A9EFB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262036" y="2969998"/>
            <a:ext cx="5610237" cy="27000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1C865D-E829-5F4E-8871-B1247F67C83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80356" y="179999"/>
            <a:ext cx="5579641" cy="269567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48062-6D99-38CC-EA1B-19BEC6EF9BBB}"/>
              </a:ext>
            </a:extLst>
          </p:cNvPr>
          <p:cNvSpPr txBox="1"/>
          <p:nvPr/>
        </p:nvSpPr>
        <p:spPr>
          <a:xfrm>
            <a:off x="57508" y="5240065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198B092-8BA3-A0E9-8CCF-7F621043CA0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r="42508"/>
          <a:stretch>
            <a:fillRect/>
          </a:stretch>
        </p:blipFill>
        <p:spPr>
          <a:xfrm rot="16204198">
            <a:off x="-1679497" y="786987"/>
            <a:ext cx="6914162" cy="534671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060235-46BB-91A5-E759-6AF4ED82DA4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825190">
            <a:off x="2171627" y="-147211"/>
            <a:ext cx="8940957" cy="324035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BF2AA6-161D-B530-8E7E-635EDE1ACE5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0356" y="179999"/>
            <a:ext cx="5579641" cy="269567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226D60-253D-AFAB-72F9-76B50AA97B9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262036" y="2969998"/>
            <a:ext cx="5610237" cy="2700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4F544-5D92-B1FF-3FED-637D805BEE6C}"/>
              </a:ext>
            </a:extLst>
          </p:cNvPr>
          <p:cNvSpPr txBox="1"/>
          <p:nvPr/>
        </p:nvSpPr>
        <p:spPr>
          <a:xfrm>
            <a:off x="29512" y="5300666"/>
            <a:ext cx="3016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FE688-C970-44D7-1DE3-277B6F3A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520AC1-2EE3-4A46-8305-BBADD66E9A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r="42508"/>
          <a:stretch>
            <a:fillRect/>
          </a:stretch>
        </p:blipFill>
        <p:spPr>
          <a:xfrm rot="16204198">
            <a:off x="-1703145" y="786985"/>
            <a:ext cx="6914162" cy="534671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9EA4A1-23A1-E8F3-9E70-D7023E7DC6C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0825190">
            <a:off x="3925692" y="2416260"/>
            <a:ext cx="6113631" cy="324035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F561E-CBF5-5365-3767-1E37CEDA62EB}"/>
              </a:ext>
            </a:extLst>
          </p:cNvPr>
          <p:cNvSpPr txBox="1"/>
          <p:nvPr/>
        </p:nvSpPr>
        <p:spPr>
          <a:xfrm>
            <a:off x="29512" y="5300666"/>
            <a:ext cx="301686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dirty="0">
                <a:solidFill>
                  <a:srgbClr val="000000"/>
                </a:solidFill>
                <a:latin typeface="Calibri"/>
              </a:rPr>
              <a:t>8</a:t>
            </a: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43CB4-DC08-EC91-3BFB-3BF36D536D50}"/>
              </a:ext>
            </a:extLst>
          </p:cNvPr>
          <p:cNvSpPr txBox="1"/>
          <p:nvPr/>
        </p:nvSpPr>
        <p:spPr>
          <a:xfrm>
            <a:off x="1909433" y="616338"/>
            <a:ext cx="5513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Перспективы развития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E55CB-6A5D-0836-0C14-B77BF3770855}"/>
              </a:ext>
            </a:extLst>
          </p:cNvPr>
          <p:cNvSpPr txBox="1"/>
          <p:nvPr/>
        </p:nvSpPr>
        <p:spPr>
          <a:xfrm>
            <a:off x="1848080" y="2299430"/>
            <a:ext cx="555248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Добавление оценок фильмов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Отзывы и рецензии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Добавление социальные функции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История просмотров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Мобильное 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262162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699F8-02BB-77EA-0F58-7424D691ED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74157"/>
            <a:ext cx="9071643" cy="1250277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5A010F-7ECC-E273-2DB2-8C9F75D703F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899998" y="-15837"/>
            <a:ext cx="15839995" cy="57416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BC3072-5327-18B2-0AB6-D61EECA3A183}"/>
              </a:ext>
            </a:extLst>
          </p:cNvPr>
          <p:cNvSpPr txBox="1"/>
          <p:nvPr/>
        </p:nvSpPr>
        <p:spPr>
          <a:xfrm>
            <a:off x="2105643" y="255189"/>
            <a:ext cx="5399998" cy="6217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i="0" u="none" strike="noStrike" kern="0" cap="none" spc="0" baseline="0">
                <a:solidFill>
                  <a:srgbClr val="2F8AEC"/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</a:defRPr>
            </a:pPr>
            <a:r>
              <a:rPr lang="ru-RU" sz="3600" b="1" i="0" u="none" strike="noStrike" kern="1200" cap="none" spc="0" baseline="0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uFillTx/>
                <a:latin typeface="Liberation Sans" pitchFamily="18"/>
                <a:ea typeface="Microsoft YaHei" pitchFamily="2"/>
                <a:cs typeface="Arial" pitchFamily="2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B1456-54A0-9DDF-BE9C-AFA257EB7E17}"/>
              </a:ext>
            </a:extLst>
          </p:cNvPr>
          <p:cNvSpPr txBox="1"/>
          <p:nvPr/>
        </p:nvSpPr>
        <p:spPr>
          <a:xfrm>
            <a:off x="0" y="5263645"/>
            <a:ext cx="301686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dirty="0">
                <a:solidFill>
                  <a:srgbClr val="000000"/>
                </a:solidFill>
                <a:latin typeface="Calibri"/>
              </a:rPr>
              <a:t>9</a:t>
            </a: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5523A-026C-EF51-9DEF-A43235D0766B}"/>
              </a:ext>
            </a:extLst>
          </p:cNvPr>
          <p:cNvSpPr txBox="1"/>
          <p:nvPr/>
        </p:nvSpPr>
        <p:spPr>
          <a:xfrm>
            <a:off x="1444059" y="1161335"/>
            <a:ext cx="719152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Результаты работы: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Разработано полноценное веб-приложение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Использована модель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SVD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для рекомендаций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Создан интуитивный интерфейс</a:t>
            </a:r>
          </a:p>
          <a:p>
            <a:endParaRPr lang="ru-RU" sz="24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Навыки, полученные в ходе работы: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Разработка на </a:t>
            </a:r>
            <a:r>
              <a:rPr lang="ru-RU" sz="2400" dirty="0" err="1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Flask</a:t>
            </a:r>
            <a:endParaRPr lang="ru-RU" sz="2400" dirty="0">
              <a:solidFill>
                <a:schemeClr val="accent1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Работа с алгоритмами машинного обучения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Работа с базой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Frontend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-разработка (HTML, CSS, JavaScript)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309E53-4E11-115D-2F0D-184B61848A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74157"/>
            <a:ext cx="9071643" cy="1250277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249052-134B-09C4-9A4F-B4DFB11BDFA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532606" y="-15837"/>
            <a:ext cx="15839995" cy="57416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EDC93BC2-63B5-2704-8F4A-A078FBBB6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756" y="1098312"/>
            <a:ext cx="3860641" cy="386064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60AEB3-B9B9-1F8D-8E77-34B9B5F7D78E}"/>
              </a:ext>
            </a:extLst>
          </p:cNvPr>
          <p:cNvSpPr txBox="1"/>
          <p:nvPr/>
        </p:nvSpPr>
        <p:spPr>
          <a:xfrm>
            <a:off x="0" y="5244191"/>
            <a:ext cx="418704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dirty="0">
                <a:solidFill>
                  <a:srgbClr val="000000"/>
                </a:solidFill>
                <a:latin typeface="Calibri"/>
              </a:rPr>
              <a:t>10</a:t>
            </a: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28522-E324-786E-BF35-304F2F346B3D}"/>
              </a:ext>
            </a:extLst>
          </p:cNvPr>
          <p:cNvSpPr txBox="1"/>
          <p:nvPr/>
        </p:nvSpPr>
        <p:spPr>
          <a:xfrm>
            <a:off x="8743950" y="1069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9CBB0-4FE6-66ED-026A-30CD87587ADC}"/>
              </a:ext>
            </a:extLst>
          </p:cNvPr>
          <p:cNvSpPr txBox="1"/>
          <p:nvPr/>
        </p:nvSpPr>
        <p:spPr>
          <a:xfrm>
            <a:off x="2708952" y="484746"/>
            <a:ext cx="1165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Сайт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D4009-2DF5-97EB-8F90-BF9EE6F15EF8}"/>
              </a:ext>
            </a:extLst>
          </p:cNvPr>
          <p:cNvSpPr txBox="1"/>
          <p:nvPr/>
        </p:nvSpPr>
        <p:spPr>
          <a:xfrm>
            <a:off x="6079803" y="392413"/>
            <a:ext cx="32045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effectLst>
                  <a:outerShdw dist="17962" dir="2700000">
                    <a:srgbClr val="000000"/>
                  </a:outerShdw>
                </a:effectLst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  <a:cs typeface="Arial" pitchFamily="2"/>
              </a:rPr>
              <a:t>Исходный код</a:t>
            </a:r>
          </a:p>
          <a:p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98D104-31D2-D46D-A022-B311994E3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626" y="1324432"/>
            <a:ext cx="3380170" cy="33863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Обычны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241</Words>
  <Application>Microsoft Office PowerPoint</Application>
  <PresentationFormat>Произвольный</PresentationFormat>
  <Paragraphs>79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Liberation Sans</vt:lpstr>
      <vt:lpstr>Liberation Serif</vt:lpstr>
      <vt:lpstr>Обычный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Елена Шем</cp:lastModifiedBy>
  <cp:revision>7</cp:revision>
  <dcterms:created xsi:type="dcterms:W3CDTF">2026-05-13T17:12:03Z</dcterms:created>
  <dcterms:modified xsi:type="dcterms:W3CDTF">2026-05-17T12:18:42Z</dcterms:modified>
</cp:coreProperties>
</file>